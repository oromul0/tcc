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68880"/>
            <a:ext cx="16916400" cy="640080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16916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CONCEITUAL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morfológica — invólucro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691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314700"/>
                <a:gridCol w="3314700"/>
                <a:gridCol w="3314700"/>
                <a:gridCol w="33147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Função/Subsistema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 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Nylon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FABRICAÇÃO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Injeção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Usinagem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VEDAÇÃO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Silicone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i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O-ring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Ultrassônica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PAINEL SOLAR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Superior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Inclinado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Lateral oposta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PROTEÇÃO INTERNA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Único compartimento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Amortecido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DE PROTEÇÃO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IP54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IP65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IP67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IP68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ANTENA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 vedado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 flexível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Encapsulada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PASSAGEM DE CABOS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Canaletas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Tubos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Compartimento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Integrado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68880"/>
            <a:ext cx="16916400" cy="640080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16916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CONCEITUAL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decisão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69164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868680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Conceito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- HELTEC 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50" b="1" i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WIRELESS TRACKER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0,80+0,75+0,45+0,60+0,30+0,30+0,40+0,25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- HELTEC WIFI LORA 32 V4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0,60+0,30+0,75+0,45+0,30+0,30+0,30+0,15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- ARDUINO MKR WAN 1310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0,40+0,30+0,30+0,30+0,20+0,20+0,20+0,20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- TTGO T-BEAM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0,80+0,75+0,45+0,60+0,40+0,30+0,40+0,20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- RAK WISBLOCK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0,60+0,60+0,45+0,45+0,20+0,40+0,30+0,15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2026-07-10T05:58:25Z</dcterms:created>
  <dcterms:modified xsi:type="dcterms:W3CDTF">2026-07-10T05:58:25Z</dcterms:modified>
</cp:coreProperties>
</file>