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645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2651760"/>
                <a:gridCol w="2743200"/>
                <a:gridCol w="265176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Função/Subsistema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Opção 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Opção 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Opção 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Opção 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Opção 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Plataforma LoRa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Arduino MKR WAN 1310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Heltec </a:t>
                      </a:r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Wireless Tracker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Heltec WiFi LoRa 32 V4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TTGO T-Beam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RAK WisBlock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Sistema GNSS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GNSS integrado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NEO-6M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NEO-M8N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L76K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GNSS externo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Antena LoRa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 helicoidal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PCB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Externa 3 dBi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Externa 5 dBi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Modular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Arquitetura de energia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Controlador externo + solar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Solar integrado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solar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recarga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Sistema híbrido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Controlador de carga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TP4056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CN3065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MCP73831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BQ24074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PMIC integrado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Painel solar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0,15 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0,25 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0,5 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Flexível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Invólucro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Caixa para cabresto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Brinco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2026-07-10T05:38:54Z</dcterms:created>
  <dcterms:modified xsi:type="dcterms:W3CDTF">2026-07-10T05:38:54Z</dcterms:modified>
</cp:coreProperties>
</file>