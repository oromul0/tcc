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468880"/>
            <a:ext cx="16916400" cy="640080"/>
          </a:xfrm>
          <a:prstGeom prst="roundRect">
            <a:avLst>
              <a:gd name="adj" fmla="val 14000"/>
            </a:avLst>
          </a:prstGeom>
          <a:solidFill>
            <a:srgbClr val="3B2A1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309360"/>
            <a:ext cx="16916400" cy="640080"/>
          </a:xfrm>
          <a:prstGeom prst="roundRect">
            <a:avLst>
              <a:gd name="adj" fmla="val 16000"/>
            </a:avLst>
          </a:prstGeom>
          <a:solidFill>
            <a:srgbClr val="9C6B43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234440"/>
            <a:ext cx="16916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POSICIONAMENTO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169164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Comparativo com a literatura</a:t>
            </a:r>
            <a:endParaRPr lang="en-US" sz="3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468880"/>
          <a:ext cx="1691640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2926080"/>
                <a:gridCol w="96012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Alcance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Destaque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Tancredo et al. (2021)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 km*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Longo alcance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Ojo et al. (2021)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860–2.050 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Modelagem de enlace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Jaikaeo et al. (2022)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 dias de autonomia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dos Reis et al. (2021)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40–60% de perda de pacotes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Carneiro (2019)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Correlato nacional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Este trabalho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600–670 m (SF7)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Recepção 100% · multiconstelação + solar no cabresto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7086600"/>
            <a:ext cx="1691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Biomas, plataformas e protocolos distintos — a comparação é por ordem de grandeza (§6.7).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2026-07-10T13:46:03Z</dcterms:created>
  <dcterms:modified xsi:type="dcterms:W3CDTF">2026-07-10T13:46:03Z</dcterms:modified>
</cp:coreProperties>
</file>