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468880"/>
            <a:ext cx="16916400" cy="640080"/>
          </a:xfrm>
          <a:prstGeom prst="roundRect">
            <a:avLst>
              <a:gd name="adj" fmla="val 14000"/>
            </a:avLst>
          </a:prstGeom>
          <a:solidFill>
            <a:srgbClr val="3B2A1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16916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CONCEITUAL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69164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morfológica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68880"/>
          <a:ext cx="16916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Função/Subsistema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 LORA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Arduino MKR WAN 1310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Heltec </a:t>
                      </a:r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Wireless Tracker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Heltec WiFi LoRa 32 V4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TTGO T-Beam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RAK WisBlock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GNSS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GNSS integrado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NEO-6M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NEO-M8N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L76K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GNSS externo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ANTENA LORA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 helicoidal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PCB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 3 dBi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 5 dBi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Modular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ARQUITETURA DE ENERGIA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Controlador externo + solar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integrado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solar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recarga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híbrido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CONTROLADOR DE CARGA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TP4056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CN3065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MCP73831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BQ24074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PMIC integrado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PAINEL SOLAR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W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0,15 W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0,25 W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 W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Flexível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INVÓLUCRO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Caixa para cabresto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Brinco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2026-07-10T05:46:57Z</dcterms:created>
  <dcterms:modified xsi:type="dcterms:W3CDTF">2026-07-10T05:46:57Z</dcterms:modified>
</cp:coreProperties>
</file>