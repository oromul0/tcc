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69164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DECISÃO + DESEMPATE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646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UFES · Engenharia de Produção · 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29800" y="9646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1691640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48840"/>
          <a:ext cx="169164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463040"/>
                <a:gridCol w="2231136"/>
                <a:gridCol w="2231136"/>
                <a:gridCol w="2231136"/>
                <a:gridCol w="2231136"/>
                <a:gridCol w="2231136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ELETRÔNICA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GNSS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ENERGÉTICA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NO INVÓLUCRO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FACILIDADE DE MONTAGEM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ROBUSTEZ MECÂNICA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ADEQUAÇÃO AO CABRESTO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 E DISPONIBILIDADE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PONDERADO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7589520"/>
            <a:ext cx="1691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SELECIONADO  ·  D = maior pontuação bruta  —  Δ 0,05 em escala de 5, dentro da margem subjetiva; desempate por fatores de projeto (§5.2.5).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8138160"/>
            <a:ext cx="1691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Desempate — por que A sobre D:   i. receptor UC6580 multiconstelação L1/L5 (T-Beam restrito a L1)   ·   ii. formato estreito, sem conector UHF frontal — compatível com o invólucro de 34 mm   ·   iii. disponibilidade comercial nacional no prazo e custo do cronograma.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69164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BALANÇO ENERGÉTICO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646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UFES · Engenharia de Produção · 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29800" y="9646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1691640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1691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108960"/>
                <a:gridCol w="3200400"/>
                <a:gridCol w="3200400"/>
                <a:gridCol w="265176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Intervalo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Ciclos/dia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Consumo (mAh/dia)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η = 0,60 (mAh)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η = 0,30 (mAh)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Autonomia sem solar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117,4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−56,6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 dias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 dias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min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39,6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+82,0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C6B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 dias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min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+101,5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+40,7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49,7 dias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5989320"/>
            <a:ext cx="1691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solar líquida (5 h efetivas de sol):  121,6 mAh/dia (η = 0,60)  ·  60,8 mAh/dia (η = 0,30)  —  painel 0,15 Wp (5 V / 30 mA), bateria LiPo 1.000 mAh.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653796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= referência operacional: margem de ~35% da geração diária no cenário conservador. Hibernação com GNSS e LoRa desenergizados (Vext) e display desligado entre ciclos.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7360920"/>
            <a:ext cx="1691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em campo: operação contínua no período, 0 interrupções por depleção de bateria (§6.4).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69164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RSSI, FAIXAS E PDR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646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UFES · Engenharia de Produção · 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29800" y="9646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795528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79552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53035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RSSI (dBm)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Qualidade do enlace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Acima de −80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Excelente — curta distância / linha de visada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−80 a −100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Bom a moderado — plenamente funcional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−100 a −110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Fraco, porém operante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−115 a −120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Limiar de sensibilidade — recepção intermitente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098280" y="2286000"/>
            <a:ext cx="850392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98280" y="228600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7607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em campo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bytes (binário)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Modulação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SF7 · CR 4/5 · BW 125 kHz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Frequência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915 MHz — ISM 902–928 (ANATEL)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Potência TX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~14 dBm  ·  time-on-air ~60 ms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RSSI medido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−116 a −46 dBm (limites da área)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85800" y="690372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PDR: recepção e persistência integrais dos uplinks registrados; o ensaio controlado — distância medida e razão transmitidos/recebidos — permanece como desdobramento (§6.2).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772668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Contraste com a literatura: dos Reis et al. (2021) reportam perda de 40–60% com encaminhamento direto por gateway de canal único; aqui, servidor LoRaWAN gerenciado (TTN) com de-duplicação (§6.7).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9264"/>
            <a:ext cx="1691640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 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9646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UFES · Engenharia de Produção · 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829800" y="9646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 · B4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813816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6000"/>
          <a:ext cx="81381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7548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Domínio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Conteúdo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· Proprietários e imóveis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Cadastro fundiário — vínculo permanente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 · Rebanho e eventos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zootécnicos ao longo da vida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 · Telemetria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Posições brutas — rastreáveis até o dispositivo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281160" y="2286000"/>
            <a:ext cx="8321040" cy="603504"/>
          </a:xfrm>
          <a:prstGeom prst="roundRect">
            <a:avLst>
              <a:gd name="adj" fmla="val 14000"/>
            </a:avLst>
          </a:prstGeom>
          <a:solidFill>
            <a:srgbClr val="3B2A1A"/>
          </a:solidFill>
          <a:ln/>
        </p:spPr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81160" y="2286000"/>
          <a:ext cx="8321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2120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Cadeia de ingestão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0E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Aquisição GNSS + uplink LoRa (30 bytes)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Recepção 915 MHz → encaminhamento IP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Things Network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De-duplicação + metadados (RSSI, SNR)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Webhook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 POST (JSON) à plataforma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Edge Function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 e persistência do registro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· PostGIS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geoespacial · RLS por propriedade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7BA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85800" y="6949440"/>
            <a:ext cx="1691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B2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dispositivo–animal é temporal — resolvido pelo histórico de eventos, preservando a integridade da telemetria (§6.5). Mapa consulta por RPC de última posição.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85800" y="7772400"/>
            <a:ext cx="1691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C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Next.js / React · Vercel · Supabase (PostgreSQL + PostGIS, sa-east-1) · Mapbox GL JS · Auth + RLS.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2026-07-10T06:27:57Z</dcterms:created>
  <dcterms:modified xsi:type="dcterms:W3CDTF">2026-07-10T06:27:57Z</dcterms:modified>
</cp:coreProperties>
</file>